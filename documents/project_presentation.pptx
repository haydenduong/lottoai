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68" r:id="rId4"/>
    <p:sldId id="258" r:id="rId5"/>
    <p:sldId id="267" r:id="rId6"/>
    <p:sldId id="259" r:id="rId7"/>
    <p:sldId id="262" r:id="rId8"/>
    <p:sldId id="261" r:id="rId9"/>
    <p:sldId id="263" r:id="rId10"/>
    <p:sldId id="260" r:id="rId11"/>
    <p:sldId id="266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0DF9F0-CCDE-42EE-BC56-CFE79EFE3E16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754188F-A6D2-4C29-BE77-8C8DD0CE755E}">
      <dgm:prSet/>
      <dgm:spPr/>
      <dgm:t>
        <a:bodyPr/>
        <a:lstStyle/>
        <a:p>
          <a:r>
            <a:rPr lang="en-US" dirty="0"/>
            <a:t>Frontend </a:t>
          </a:r>
        </a:p>
        <a:p>
          <a:r>
            <a:rPr lang="en-US" dirty="0"/>
            <a:t>	React, Vite, Tailwind CSS, Axios</a:t>
          </a:r>
        </a:p>
      </dgm:t>
    </dgm:pt>
    <dgm:pt modelId="{771E629C-23E0-44CA-9339-D35ED6BE1314}" type="parTrans" cxnId="{8D049B6E-1AAE-4204-9F9D-DD9B6198D6FD}">
      <dgm:prSet/>
      <dgm:spPr/>
      <dgm:t>
        <a:bodyPr/>
        <a:lstStyle/>
        <a:p>
          <a:endParaRPr lang="en-US"/>
        </a:p>
      </dgm:t>
    </dgm:pt>
    <dgm:pt modelId="{92A63407-7055-4E53-9B58-0EDAEC70BE22}" type="sibTrans" cxnId="{8D049B6E-1AAE-4204-9F9D-DD9B6198D6FD}">
      <dgm:prSet/>
      <dgm:spPr/>
      <dgm:t>
        <a:bodyPr/>
        <a:lstStyle/>
        <a:p>
          <a:endParaRPr lang="en-US"/>
        </a:p>
      </dgm:t>
    </dgm:pt>
    <dgm:pt modelId="{C423BFAC-D023-45A4-8F70-874501C0F8D5}">
      <dgm:prSet/>
      <dgm:spPr/>
      <dgm:t>
        <a:bodyPr/>
        <a:lstStyle/>
        <a:p>
          <a:r>
            <a:rPr lang="en-US" dirty="0"/>
            <a:t>Backend </a:t>
          </a:r>
        </a:p>
        <a:p>
          <a:r>
            <a:rPr lang="en-US" dirty="0"/>
            <a:t>	</a:t>
          </a:r>
          <a:r>
            <a:rPr lang="en-US" dirty="0" err="1"/>
            <a:t>FastAPI</a:t>
          </a:r>
          <a:r>
            <a:rPr lang="en-US" dirty="0"/>
            <a:t>, </a:t>
          </a:r>
          <a:r>
            <a:rPr lang="en-US" dirty="0" err="1"/>
            <a:t>Uvicorn</a:t>
          </a:r>
          <a:r>
            <a:rPr lang="en-US" dirty="0"/>
            <a:t>, Psycopg2, Python-Jose, Argon2-CFFI</a:t>
          </a:r>
        </a:p>
      </dgm:t>
    </dgm:pt>
    <dgm:pt modelId="{4248F952-2261-4093-9154-7A3A7F0AFE40}" type="parTrans" cxnId="{79BF5508-8FAC-44AB-BD5B-8A8EABBD41B0}">
      <dgm:prSet/>
      <dgm:spPr/>
      <dgm:t>
        <a:bodyPr/>
        <a:lstStyle/>
        <a:p>
          <a:endParaRPr lang="en-US"/>
        </a:p>
      </dgm:t>
    </dgm:pt>
    <dgm:pt modelId="{36C66320-B7BC-4EA7-B3CF-BBF577A5773B}" type="sibTrans" cxnId="{79BF5508-8FAC-44AB-BD5B-8A8EABBD41B0}">
      <dgm:prSet/>
      <dgm:spPr/>
      <dgm:t>
        <a:bodyPr/>
        <a:lstStyle/>
        <a:p>
          <a:endParaRPr lang="en-US"/>
        </a:p>
      </dgm:t>
    </dgm:pt>
    <dgm:pt modelId="{EE32EC14-DDA4-4863-B89F-C585A37CDCD5}">
      <dgm:prSet/>
      <dgm:spPr/>
      <dgm:t>
        <a:bodyPr/>
        <a:lstStyle/>
        <a:p>
          <a:r>
            <a:rPr lang="en-US" dirty="0"/>
            <a:t>AI/ML</a:t>
          </a:r>
        </a:p>
        <a:p>
          <a:r>
            <a:rPr lang="en-US" dirty="0"/>
            <a:t>	YOLO11n (</a:t>
          </a:r>
          <a:r>
            <a:rPr lang="en-US" dirty="0" err="1"/>
            <a:t>Ultralytics</a:t>
          </a:r>
          <a:r>
            <a:rPr lang="en-US" dirty="0"/>
            <a:t>), OpenCV, </a:t>
          </a:r>
          <a:r>
            <a:rPr lang="en-US" dirty="0" err="1"/>
            <a:t>Numpy</a:t>
          </a:r>
          <a:r>
            <a:rPr lang="en-US" dirty="0"/>
            <a:t>, </a:t>
          </a:r>
          <a:r>
            <a:rPr lang="en-US" dirty="0" err="1"/>
            <a:t>EasyOCR</a:t>
          </a:r>
          <a:endParaRPr lang="en-US" dirty="0"/>
        </a:p>
      </dgm:t>
    </dgm:pt>
    <dgm:pt modelId="{92604341-D82D-4B07-8B3A-410F695C76ED}" type="parTrans" cxnId="{DA4496B5-662E-4880-A318-CAEBD4DA243B}">
      <dgm:prSet/>
      <dgm:spPr/>
      <dgm:t>
        <a:bodyPr/>
        <a:lstStyle/>
        <a:p>
          <a:endParaRPr lang="en-US"/>
        </a:p>
      </dgm:t>
    </dgm:pt>
    <dgm:pt modelId="{DBF58CE8-4832-4845-B923-CD7AD609A021}" type="sibTrans" cxnId="{DA4496B5-662E-4880-A318-CAEBD4DA243B}">
      <dgm:prSet/>
      <dgm:spPr/>
      <dgm:t>
        <a:bodyPr/>
        <a:lstStyle/>
        <a:p>
          <a:endParaRPr lang="en-US"/>
        </a:p>
      </dgm:t>
    </dgm:pt>
    <dgm:pt modelId="{69CD046B-1FA8-49D0-A389-80102B7F5FF0}">
      <dgm:prSet/>
      <dgm:spPr/>
      <dgm:t>
        <a:bodyPr/>
        <a:lstStyle/>
        <a:p>
          <a:r>
            <a:rPr lang="en-US" dirty="0"/>
            <a:t>Web Scraping &amp; Automation</a:t>
          </a:r>
        </a:p>
        <a:p>
          <a:r>
            <a:rPr lang="en-US" dirty="0"/>
            <a:t> 	Beautifulsoup4, Requests, </a:t>
          </a:r>
          <a:r>
            <a:rPr lang="en-US" dirty="0" err="1"/>
            <a:t>APScheduler</a:t>
          </a:r>
          <a:r>
            <a:rPr lang="en-US" dirty="0"/>
            <a:t>, </a:t>
          </a:r>
          <a:r>
            <a:rPr lang="en-US" dirty="0" err="1"/>
            <a:t>Pytz</a:t>
          </a:r>
          <a:endParaRPr lang="en-US" dirty="0"/>
        </a:p>
      </dgm:t>
    </dgm:pt>
    <dgm:pt modelId="{47A0F080-88CE-4B5E-B633-926A4256756A}" type="parTrans" cxnId="{9099D29E-B87F-4FB0-AF11-C75B91704651}">
      <dgm:prSet/>
      <dgm:spPr/>
      <dgm:t>
        <a:bodyPr/>
        <a:lstStyle/>
        <a:p>
          <a:endParaRPr lang="en-US"/>
        </a:p>
      </dgm:t>
    </dgm:pt>
    <dgm:pt modelId="{19C68D4A-46A0-464A-A862-1BC16C4D0658}" type="sibTrans" cxnId="{9099D29E-B87F-4FB0-AF11-C75B91704651}">
      <dgm:prSet/>
      <dgm:spPr/>
      <dgm:t>
        <a:bodyPr/>
        <a:lstStyle/>
        <a:p>
          <a:endParaRPr lang="en-US"/>
        </a:p>
      </dgm:t>
    </dgm:pt>
    <dgm:pt modelId="{85452233-7A6C-4B4F-85DD-D3B0722C9ECA}">
      <dgm:prSet/>
      <dgm:spPr/>
      <dgm:t>
        <a:bodyPr/>
        <a:lstStyle/>
        <a:p>
          <a:r>
            <a:rPr lang="en-US" dirty="0"/>
            <a:t>Database</a:t>
          </a:r>
        </a:p>
        <a:p>
          <a:r>
            <a:rPr lang="en-US" dirty="0"/>
            <a:t>	Docker - PostgreSQL</a:t>
          </a:r>
        </a:p>
      </dgm:t>
    </dgm:pt>
    <dgm:pt modelId="{EC1D7FB4-9466-4A54-8F09-0C04E1109717}" type="parTrans" cxnId="{4D4D952F-4E6B-430D-9AD8-34D0D6A315C8}">
      <dgm:prSet/>
      <dgm:spPr/>
      <dgm:t>
        <a:bodyPr/>
        <a:lstStyle/>
        <a:p>
          <a:endParaRPr lang="en-US"/>
        </a:p>
      </dgm:t>
    </dgm:pt>
    <dgm:pt modelId="{E318A549-0B55-4FE3-9B01-37F52AE0BB42}" type="sibTrans" cxnId="{4D4D952F-4E6B-430D-9AD8-34D0D6A315C8}">
      <dgm:prSet/>
      <dgm:spPr/>
      <dgm:t>
        <a:bodyPr/>
        <a:lstStyle/>
        <a:p>
          <a:endParaRPr lang="en-US"/>
        </a:p>
      </dgm:t>
    </dgm:pt>
    <dgm:pt modelId="{83B79E7A-A79F-4623-805C-4C39C9D2E108}" type="pres">
      <dgm:prSet presAssocID="{D10DF9F0-CCDE-42EE-BC56-CFE79EFE3E16}" presName="linear" presStyleCnt="0">
        <dgm:presLayoutVars>
          <dgm:animLvl val="lvl"/>
          <dgm:resizeHandles val="exact"/>
        </dgm:presLayoutVars>
      </dgm:prSet>
      <dgm:spPr/>
    </dgm:pt>
    <dgm:pt modelId="{D8CC5AAD-B79A-4371-8060-35331495CB78}" type="pres">
      <dgm:prSet presAssocID="{F754188F-A6D2-4C29-BE77-8C8DD0CE755E}" presName="parentText" presStyleLbl="node1" presStyleIdx="0" presStyleCnt="5" custLinFactY="-68808" custLinFactNeighborX="152" custLinFactNeighborY="-100000">
        <dgm:presLayoutVars>
          <dgm:chMax val="0"/>
          <dgm:bulletEnabled val="1"/>
        </dgm:presLayoutVars>
      </dgm:prSet>
      <dgm:spPr/>
    </dgm:pt>
    <dgm:pt modelId="{11CC7161-A7C9-4D5C-BE46-C7000DAD962E}" type="pres">
      <dgm:prSet presAssocID="{92A63407-7055-4E53-9B58-0EDAEC70BE22}" presName="spacer" presStyleCnt="0"/>
      <dgm:spPr/>
    </dgm:pt>
    <dgm:pt modelId="{C8F8FBC1-3F69-4CFE-AEEB-2B13BF893652}" type="pres">
      <dgm:prSet presAssocID="{C423BFAC-D023-45A4-8F70-874501C0F8D5}" presName="parentText" presStyleLbl="node1" presStyleIdx="1" presStyleCnt="5" custLinFactY="-38762" custLinFactNeighborX="0" custLinFactNeighborY="-100000">
        <dgm:presLayoutVars>
          <dgm:chMax val="0"/>
          <dgm:bulletEnabled val="1"/>
        </dgm:presLayoutVars>
      </dgm:prSet>
      <dgm:spPr/>
    </dgm:pt>
    <dgm:pt modelId="{FCA5E566-7330-4652-AB5A-281D00E629FC}" type="pres">
      <dgm:prSet presAssocID="{36C66320-B7BC-4EA7-B3CF-BBF577A5773B}" presName="spacer" presStyleCnt="0"/>
      <dgm:spPr/>
    </dgm:pt>
    <dgm:pt modelId="{20AF1845-AB7B-47BC-AC52-D79CFABC8AF1}" type="pres">
      <dgm:prSet presAssocID="{EE32EC14-DDA4-4863-B89F-C585A37CDCD5}" presName="parentText" presStyleLbl="node1" presStyleIdx="2" presStyleCnt="5" custLinFactNeighborX="0" custLinFactNeighborY="6456">
        <dgm:presLayoutVars>
          <dgm:chMax val="0"/>
          <dgm:bulletEnabled val="1"/>
        </dgm:presLayoutVars>
      </dgm:prSet>
      <dgm:spPr/>
    </dgm:pt>
    <dgm:pt modelId="{B29B70AE-6B18-43B8-B151-39C272DAEE99}" type="pres">
      <dgm:prSet presAssocID="{DBF58CE8-4832-4845-B923-CD7AD609A021}" presName="spacer" presStyleCnt="0"/>
      <dgm:spPr/>
    </dgm:pt>
    <dgm:pt modelId="{5B72C255-1DBA-4E54-845E-64B3F076C042}" type="pres">
      <dgm:prSet presAssocID="{69CD046B-1FA8-49D0-A389-80102B7F5FF0}" presName="parentText" presStyleLbl="node1" presStyleIdx="3" presStyleCnt="5" custLinFactY="47904" custLinFactNeighborX="0" custLinFactNeighborY="100000">
        <dgm:presLayoutVars>
          <dgm:chMax val="0"/>
          <dgm:bulletEnabled val="1"/>
        </dgm:presLayoutVars>
      </dgm:prSet>
      <dgm:spPr/>
    </dgm:pt>
    <dgm:pt modelId="{54D005E2-BFC2-4122-870E-0A956170451C}" type="pres">
      <dgm:prSet presAssocID="{19C68D4A-46A0-464A-A862-1BC16C4D0658}" presName="spacer" presStyleCnt="0"/>
      <dgm:spPr/>
    </dgm:pt>
    <dgm:pt modelId="{AF649B4C-7FAA-41C7-9759-E0E29E545D06}" type="pres">
      <dgm:prSet presAssocID="{85452233-7A6C-4B4F-85DD-D3B0722C9ECA}" presName="parentText" presStyleLbl="node1" presStyleIdx="4" presStyleCnt="5" custLinFactY="94504" custLinFactNeighborX="-180" custLinFactNeighborY="100000">
        <dgm:presLayoutVars>
          <dgm:chMax val="0"/>
          <dgm:bulletEnabled val="1"/>
        </dgm:presLayoutVars>
      </dgm:prSet>
      <dgm:spPr/>
    </dgm:pt>
  </dgm:ptLst>
  <dgm:cxnLst>
    <dgm:cxn modelId="{79BF5508-8FAC-44AB-BD5B-8A8EABBD41B0}" srcId="{D10DF9F0-CCDE-42EE-BC56-CFE79EFE3E16}" destId="{C423BFAC-D023-45A4-8F70-874501C0F8D5}" srcOrd="1" destOrd="0" parTransId="{4248F952-2261-4093-9154-7A3A7F0AFE40}" sibTransId="{36C66320-B7BC-4EA7-B3CF-BBF577A5773B}"/>
    <dgm:cxn modelId="{F75DAB25-6884-4F22-8A30-3CCABAC40405}" type="presOf" srcId="{69CD046B-1FA8-49D0-A389-80102B7F5FF0}" destId="{5B72C255-1DBA-4E54-845E-64B3F076C042}" srcOrd="0" destOrd="0" presId="urn:microsoft.com/office/officeart/2005/8/layout/vList2"/>
    <dgm:cxn modelId="{4D4D952F-4E6B-430D-9AD8-34D0D6A315C8}" srcId="{D10DF9F0-CCDE-42EE-BC56-CFE79EFE3E16}" destId="{85452233-7A6C-4B4F-85DD-D3B0722C9ECA}" srcOrd="4" destOrd="0" parTransId="{EC1D7FB4-9466-4A54-8F09-0C04E1109717}" sibTransId="{E318A549-0B55-4FE3-9B01-37F52AE0BB42}"/>
    <dgm:cxn modelId="{EF656C45-18C1-471E-8165-834D8A68AC29}" type="presOf" srcId="{D10DF9F0-CCDE-42EE-BC56-CFE79EFE3E16}" destId="{83B79E7A-A79F-4623-805C-4C39C9D2E108}" srcOrd="0" destOrd="0" presId="urn:microsoft.com/office/officeart/2005/8/layout/vList2"/>
    <dgm:cxn modelId="{8D049B6E-1AAE-4204-9F9D-DD9B6198D6FD}" srcId="{D10DF9F0-CCDE-42EE-BC56-CFE79EFE3E16}" destId="{F754188F-A6D2-4C29-BE77-8C8DD0CE755E}" srcOrd="0" destOrd="0" parTransId="{771E629C-23E0-44CA-9339-D35ED6BE1314}" sibTransId="{92A63407-7055-4E53-9B58-0EDAEC70BE22}"/>
    <dgm:cxn modelId="{57149373-80AF-4027-B74A-A6BF8D48112E}" type="presOf" srcId="{F754188F-A6D2-4C29-BE77-8C8DD0CE755E}" destId="{D8CC5AAD-B79A-4371-8060-35331495CB78}" srcOrd="0" destOrd="0" presId="urn:microsoft.com/office/officeart/2005/8/layout/vList2"/>
    <dgm:cxn modelId="{9099D29E-B87F-4FB0-AF11-C75B91704651}" srcId="{D10DF9F0-CCDE-42EE-BC56-CFE79EFE3E16}" destId="{69CD046B-1FA8-49D0-A389-80102B7F5FF0}" srcOrd="3" destOrd="0" parTransId="{47A0F080-88CE-4B5E-B633-926A4256756A}" sibTransId="{19C68D4A-46A0-464A-A862-1BC16C4D0658}"/>
    <dgm:cxn modelId="{DA4496B5-662E-4880-A318-CAEBD4DA243B}" srcId="{D10DF9F0-CCDE-42EE-BC56-CFE79EFE3E16}" destId="{EE32EC14-DDA4-4863-B89F-C585A37CDCD5}" srcOrd="2" destOrd="0" parTransId="{92604341-D82D-4B07-8B3A-410F695C76ED}" sibTransId="{DBF58CE8-4832-4845-B923-CD7AD609A021}"/>
    <dgm:cxn modelId="{05E54DC4-A5CF-4AC2-8D5E-BDBA1B8EC96B}" type="presOf" srcId="{EE32EC14-DDA4-4863-B89F-C585A37CDCD5}" destId="{20AF1845-AB7B-47BC-AC52-D79CFABC8AF1}" srcOrd="0" destOrd="0" presId="urn:microsoft.com/office/officeart/2005/8/layout/vList2"/>
    <dgm:cxn modelId="{8FE277D2-7B9A-4796-BE01-E13E04A33C01}" type="presOf" srcId="{C423BFAC-D023-45A4-8F70-874501C0F8D5}" destId="{C8F8FBC1-3F69-4CFE-AEEB-2B13BF893652}" srcOrd="0" destOrd="0" presId="urn:microsoft.com/office/officeart/2005/8/layout/vList2"/>
    <dgm:cxn modelId="{622A4AFF-C446-4C90-BDD0-D7F2286A6B1B}" type="presOf" srcId="{85452233-7A6C-4B4F-85DD-D3B0722C9ECA}" destId="{AF649B4C-7FAA-41C7-9759-E0E29E545D06}" srcOrd="0" destOrd="0" presId="urn:microsoft.com/office/officeart/2005/8/layout/vList2"/>
    <dgm:cxn modelId="{4A2BA45F-9184-404A-BDEF-ECD540028C84}" type="presParOf" srcId="{83B79E7A-A79F-4623-805C-4C39C9D2E108}" destId="{D8CC5AAD-B79A-4371-8060-35331495CB78}" srcOrd="0" destOrd="0" presId="urn:microsoft.com/office/officeart/2005/8/layout/vList2"/>
    <dgm:cxn modelId="{8ADB3558-7E80-4232-BEA9-AC32B2E19C64}" type="presParOf" srcId="{83B79E7A-A79F-4623-805C-4C39C9D2E108}" destId="{11CC7161-A7C9-4D5C-BE46-C7000DAD962E}" srcOrd="1" destOrd="0" presId="urn:microsoft.com/office/officeart/2005/8/layout/vList2"/>
    <dgm:cxn modelId="{5A0C33E9-17E4-4C20-B881-3778414C6869}" type="presParOf" srcId="{83B79E7A-A79F-4623-805C-4C39C9D2E108}" destId="{C8F8FBC1-3F69-4CFE-AEEB-2B13BF893652}" srcOrd="2" destOrd="0" presId="urn:microsoft.com/office/officeart/2005/8/layout/vList2"/>
    <dgm:cxn modelId="{EC4C71D6-59E5-4B36-A5FB-213F77FB4122}" type="presParOf" srcId="{83B79E7A-A79F-4623-805C-4C39C9D2E108}" destId="{FCA5E566-7330-4652-AB5A-281D00E629FC}" srcOrd="3" destOrd="0" presId="urn:microsoft.com/office/officeart/2005/8/layout/vList2"/>
    <dgm:cxn modelId="{43DF199D-83B7-4637-A66A-66F4381BABCF}" type="presParOf" srcId="{83B79E7A-A79F-4623-805C-4C39C9D2E108}" destId="{20AF1845-AB7B-47BC-AC52-D79CFABC8AF1}" srcOrd="4" destOrd="0" presId="urn:microsoft.com/office/officeart/2005/8/layout/vList2"/>
    <dgm:cxn modelId="{D78BAA04-3C29-4E8F-8169-ED47EF45204A}" type="presParOf" srcId="{83B79E7A-A79F-4623-805C-4C39C9D2E108}" destId="{B29B70AE-6B18-43B8-B151-39C272DAEE99}" srcOrd="5" destOrd="0" presId="urn:microsoft.com/office/officeart/2005/8/layout/vList2"/>
    <dgm:cxn modelId="{382B689C-EC55-4091-BE68-F3A99F58BB58}" type="presParOf" srcId="{83B79E7A-A79F-4623-805C-4C39C9D2E108}" destId="{5B72C255-1DBA-4E54-845E-64B3F076C042}" srcOrd="6" destOrd="0" presId="urn:microsoft.com/office/officeart/2005/8/layout/vList2"/>
    <dgm:cxn modelId="{37A40FD5-794C-4C49-AD82-790AB5ED6AC2}" type="presParOf" srcId="{83B79E7A-A79F-4623-805C-4C39C9D2E108}" destId="{54D005E2-BFC2-4122-870E-0A956170451C}" srcOrd="7" destOrd="0" presId="urn:microsoft.com/office/officeart/2005/8/layout/vList2"/>
    <dgm:cxn modelId="{45B8C8A7-4993-4DDC-B318-E86BE7073F2F}" type="presParOf" srcId="{83B79E7A-A79F-4623-805C-4C39C9D2E108}" destId="{AF649B4C-7FAA-41C7-9759-E0E29E545D0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9B46EBD-339A-443D-8BDF-17C86C13E578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13D34B0-7621-467F-A2A4-3949602254BA}">
      <dgm:prSet/>
      <dgm:spPr/>
      <dgm:t>
        <a:bodyPr/>
        <a:lstStyle/>
        <a:p>
          <a:pPr>
            <a:defRPr b="1"/>
          </a:pPr>
          <a:r>
            <a:rPr lang="en-US"/>
            <a:t>Backend:</a:t>
          </a:r>
        </a:p>
      </dgm:t>
    </dgm:pt>
    <dgm:pt modelId="{D4AA68B4-B5E6-425F-9AC5-19FBBABA8AA5}" type="parTrans" cxnId="{EC660A0B-1516-410A-B18F-687ACEDA6EFC}">
      <dgm:prSet/>
      <dgm:spPr/>
      <dgm:t>
        <a:bodyPr/>
        <a:lstStyle/>
        <a:p>
          <a:endParaRPr lang="en-US"/>
        </a:p>
      </dgm:t>
    </dgm:pt>
    <dgm:pt modelId="{35332BBC-34E6-44F2-91BD-831BC5D45F9E}" type="sibTrans" cxnId="{EC660A0B-1516-410A-B18F-687ACEDA6EFC}">
      <dgm:prSet/>
      <dgm:spPr/>
      <dgm:t>
        <a:bodyPr/>
        <a:lstStyle/>
        <a:p>
          <a:endParaRPr lang="en-US"/>
        </a:p>
      </dgm:t>
    </dgm:pt>
    <dgm:pt modelId="{97338497-89C7-4C57-A8A6-E1CDA79ABCA4}">
      <dgm:prSet/>
      <dgm:spPr/>
      <dgm:t>
        <a:bodyPr/>
        <a:lstStyle/>
        <a:p>
          <a:pPr algn="just"/>
          <a:r>
            <a:rPr lang="en-US" dirty="0"/>
            <a:t>Basic comparison logic.</a:t>
          </a:r>
        </a:p>
        <a:p>
          <a:pPr algn="just"/>
          <a:endParaRPr lang="en-US" dirty="0"/>
        </a:p>
      </dgm:t>
    </dgm:pt>
    <dgm:pt modelId="{685D7DC0-FAFC-4069-984E-5F636CBC5594}" type="parTrans" cxnId="{9951BB89-B8B0-4B3F-8811-3BFB0F7093AA}">
      <dgm:prSet/>
      <dgm:spPr/>
      <dgm:t>
        <a:bodyPr/>
        <a:lstStyle/>
        <a:p>
          <a:endParaRPr lang="en-US"/>
        </a:p>
      </dgm:t>
    </dgm:pt>
    <dgm:pt modelId="{DFA93F21-BABE-4FC7-8AC8-325C43DDA1B1}" type="sibTrans" cxnId="{9951BB89-B8B0-4B3F-8811-3BFB0F7093AA}">
      <dgm:prSet/>
      <dgm:spPr/>
      <dgm:t>
        <a:bodyPr/>
        <a:lstStyle/>
        <a:p>
          <a:endParaRPr lang="en-US"/>
        </a:p>
      </dgm:t>
    </dgm:pt>
    <dgm:pt modelId="{869342D6-97E0-4A57-81C7-0DBC9EF5B5EF}">
      <dgm:prSet/>
      <dgm:spPr/>
      <dgm:t>
        <a:bodyPr/>
        <a:lstStyle/>
        <a:p>
          <a:pPr algn="just"/>
          <a:r>
            <a:rPr lang="en-US" dirty="0"/>
            <a:t>Support: 1 file upload &amp; processing.</a:t>
          </a:r>
        </a:p>
        <a:p>
          <a:pPr algn="just"/>
          <a:endParaRPr lang="en-US" dirty="0"/>
        </a:p>
      </dgm:t>
    </dgm:pt>
    <dgm:pt modelId="{9D68E490-E156-48ED-9312-8DA72EC95652}" type="parTrans" cxnId="{BD258C34-CBB8-4FD8-9566-37961313099F}">
      <dgm:prSet/>
      <dgm:spPr/>
      <dgm:t>
        <a:bodyPr/>
        <a:lstStyle/>
        <a:p>
          <a:endParaRPr lang="en-US"/>
        </a:p>
      </dgm:t>
    </dgm:pt>
    <dgm:pt modelId="{09C2A732-3E67-491A-BD59-7CCE5F9935F7}" type="sibTrans" cxnId="{BD258C34-CBB8-4FD8-9566-37961313099F}">
      <dgm:prSet/>
      <dgm:spPr/>
      <dgm:t>
        <a:bodyPr/>
        <a:lstStyle/>
        <a:p>
          <a:endParaRPr lang="en-US"/>
        </a:p>
      </dgm:t>
    </dgm:pt>
    <dgm:pt modelId="{1EE7C622-40F7-4667-BFD5-35A4ED227BC1}">
      <dgm:prSet/>
      <dgm:spPr/>
      <dgm:t>
        <a:bodyPr/>
        <a:lstStyle/>
        <a:p>
          <a:pPr algn="just"/>
          <a:r>
            <a:rPr lang="en-US" dirty="0"/>
            <a:t>Missing: ORM &amp; MailChimp</a:t>
          </a:r>
        </a:p>
      </dgm:t>
    </dgm:pt>
    <dgm:pt modelId="{DD0EA68C-C3BD-46EF-868E-6D2ABA4996F0}" type="parTrans" cxnId="{03E74589-697A-4596-ABD5-631B98695E06}">
      <dgm:prSet/>
      <dgm:spPr/>
      <dgm:t>
        <a:bodyPr/>
        <a:lstStyle/>
        <a:p>
          <a:endParaRPr lang="en-US"/>
        </a:p>
      </dgm:t>
    </dgm:pt>
    <dgm:pt modelId="{09AB53FD-0330-4493-ACFF-25BBD8888451}" type="sibTrans" cxnId="{03E74589-697A-4596-ABD5-631B98695E06}">
      <dgm:prSet/>
      <dgm:spPr/>
      <dgm:t>
        <a:bodyPr/>
        <a:lstStyle/>
        <a:p>
          <a:endParaRPr lang="en-US"/>
        </a:p>
      </dgm:t>
    </dgm:pt>
    <dgm:pt modelId="{4A3E3EE8-4AFE-4546-B289-D6FC75AD5C37}">
      <dgm:prSet/>
      <dgm:spPr/>
      <dgm:t>
        <a:bodyPr/>
        <a:lstStyle/>
        <a:p>
          <a:pPr>
            <a:defRPr b="1"/>
          </a:pPr>
          <a:r>
            <a:rPr lang="en-US"/>
            <a:t>AI / ML:</a:t>
          </a:r>
        </a:p>
      </dgm:t>
    </dgm:pt>
    <dgm:pt modelId="{E4BA1A4A-548C-43DE-9BD4-4BE5347C8777}" type="parTrans" cxnId="{2FB4E1F7-7A6B-476F-9BB5-C616D92BA3A7}">
      <dgm:prSet/>
      <dgm:spPr/>
      <dgm:t>
        <a:bodyPr/>
        <a:lstStyle/>
        <a:p>
          <a:endParaRPr lang="en-US"/>
        </a:p>
      </dgm:t>
    </dgm:pt>
    <dgm:pt modelId="{08204895-26DA-4723-B8FF-C4925AB31D71}" type="sibTrans" cxnId="{2FB4E1F7-7A6B-476F-9BB5-C616D92BA3A7}">
      <dgm:prSet/>
      <dgm:spPr/>
      <dgm:t>
        <a:bodyPr/>
        <a:lstStyle/>
        <a:p>
          <a:endParaRPr lang="en-US"/>
        </a:p>
      </dgm:t>
    </dgm:pt>
    <dgm:pt modelId="{77ACCBB0-B6EF-4D4F-8054-EF8DC51B0808}">
      <dgm:prSet/>
      <dgm:spPr/>
      <dgm:t>
        <a:bodyPr/>
        <a:lstStyle/>
        <a:p>
          <a:pPr algn="l"/>
          <a:r>
            <a:rPr lang="en-US" dirty="0"/>
            <a:t>Train: perfect condition images</a:t>
          </a:r>
        </a:p>
      </dgm:t>
    </dgm:pt>
    <dgm:pt modelId="{69D2C544-65C8-422D-B5EB-03106F543134}" type="parTrans" cxnId="{81B5006A-D527-4AC3-AA98-9BA9F4A62DE4}">
      <dgm:prSet/>
      <dgm:spPr/>
      <dgm:t>
        <a:bodyPr/>
        <a:lstStyle/>
        <a:p>
          <a:endParaRPr lang="en-US"/>
        </a:p>
      </dgm:t>
    </dgm:pt>
    <dgm:pt modelId="{04B37A36-2714-486D-9403-460F48227660}" type="sibTrans" cxnId="{81B5006A-D527-4AC3-AA98-9BA9F4A62DE4}">
      <dgm:prSet/>
      <dgm:spPr/>
      <dgm:t>
        <a:bodyPr/>
        <a:lstStyle/>
        <a:p>
          <a:endParaRPr lang="en-US"/>
        </a:p>
      </dgm:t>
    </dgm:pt>
    <dgm:pt modelId="{2217BE79-1C3B-4A3A-8493-680B5E350C01}">
      <dgm:prSet/>
      <dgm:spPr/>
      <dgm:t>
        <a:bodyPr/>
        <a:lstStyle/>
        <a:p>
          <a:pPr algn="l"/>
          <a:endParaRPr lang="en-US" dirty="0"/>
        </a:p>
        <a:p>
          <a:pPr algn="l"/>
          <a:r>
            <a:rPr lang="en-US" dirty="0"/>
            <a:t>Eval: low</a:t>
          </a:r>
        </a:p>
      </dgm:t>
    </dgm:pt>
    <dgm:pt modelId="{8C0BBC0E-E4F1-4FEB-836E-6630C8488C61}" type="parTrans" cxnId="{B8671ABE-3103-40E1-95F2-79A8A1BE1893}">
      <dgm:prSet/>
      <dgm:spPr/>
      <dgm:t>
        <a:bodyPr/>
        <a:lstStyle/>
        <a:p>
          <a:endParaRPr lang="en-US"/>
        </a:p>
      </dgm:t>
    </dgm:pt>
    <dgm:pt modelId="{8DCFDDAB-2454-46DE-B8E0-DE25A3C51525}" type="sibTrans" cxnId="{B8671ABE-3103-40E1-95F2-79A8A1BE1893}">
      <dgm:prSet/>
      <dgm:spPr/>
      <dgm:t>
        <a:bodyPr/>
        <a:lstStyle/>
        <a:p>
          <a:endParaRPr lang="en-US"/>
        </a:p>
      </dgm:t>
    </dgm:pt>
    <dgm:pt modelId="{00E91717-D564-4FEC-A924-AA65D3C887AC}" type="pres">
      <dgm:prSet presAssocID="{E9B46EBD-339A-443D-8BDF-17C86C13E578}" presName="root" presStyleCnt="0">
        <dgm:presLayoutVars>
          <dgm:dir/>
          <dgm:resizeHandles val="exact"/>
        </dgm:presLayoutVars>
      </dgm:prSet>
      <dgm:spPr/>
    </dgm:pt>
    <dgm:pt modelId="{0CD47FA8-1108-4E58-97F1-0137AAD5DF8A}" type="pres">
      <dgm:prSet presAssocID="{C13D34B0-7621-467F-A2A4-3949602254BA}" presName="compNode" presStyleCnt="0"/>
      <dgm:spPr/>
    </dgm:pt>
    <dgm:pt modelId="{86FAAC6A-F80A-4516-AB59-50B210B0692D}" type="pres">
      <dgm:prSet presAssocID="{C13D34B0-7621-467F-A2A4-3949602254B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F8DFBB8-3304-40B6-9124-E7E0C6B15FD5}" type="pres">
      <dgm:prSet presAssocID="{C13D34B0-7621-467F-A2A4-3949602254BA}" presName="iconSpace" presStyleCnt="0"/>
      <dgm:spPr/>
    </dgm:pt>
    <dgm:pt modelId="{7307DA22-72BE-4E15-8B79-EED6F9BFDE74}" type="pres">
      <dgm:prSet presAssocID="{C13D34B0-7621-467F-A2A4-3949602254BA}" presName="parTx" presStyleLbl="revTx" presStyleIdx="0" presStyleCnt="4">
        <dgm:presLayoutVars>
          <dgm:chMax val="0"/>
          <dgm:chPref val="0"/>
        </dgm:presLayoutVars>
      </dgm:prSet>
      <dgm:spPr/>
    </dgm:pt>
    <dgm:pt modelId="{3ECB8F4B-BE82-41D4-9EB5-FBB9D3C7BE2B}" type="pres">
      <dgm:prSet presAssocID="{C13D34B0-7621-467F-A2A4-3949602254BA}" presName="txSpace" presStyleCnt="0"/>
      <dgm:spPr/>
    </dgm:pt>
    <dgm:pt modelId="{C275B09A-FAA2-4386-9357-D4BA512B9D3B}" type="pres">
      <dgm:prSet presAssocID="{C13D34B0-7621-467F-A2A4-3949602254BA}" presName="desTx" presStyleLbl="revTx" presStyleIdx="1" presStyleCnt="4" custLinFactNeighborX="19556" custLinFactNeighborY="9516">
        <dgm:presLayoutVars/>
      </dgm:prSet>
      <dgm:spPr/>
    </dgm:pt>
    <dgm:pt modelId="{8119D9DB-947D-4F28-BF96-63EBD69F37C1}" type="pres">
      <dgm:prSet presAssocID="{35332BBC-34E6-44F2-91BD-831BC5D45F9E}" presName="sibTrans" presStyleCnt="0"/>
      <dgm:spPr/>
    </dgm:pt>
    <dgm:pt modelId="{1ADC5E0E-AF42-4589-8F94-130EDC4F054C}" type="pres">
      <dgm:prSet presAssocID="{4A3E3EE8-4AFE-4546-B289-D6FC75AD5C37}" presName="compNode" presStyleCnt="0"/>
      <dgm:spPr/>
    </dgm:pt>
    <dgm:pt modelId="{B93B1ECB-5441-469C-B866-27224DC7D56B}" type="pres">
      <dgm:prSet presAssocID="{4A3E3EE8-4AFE-4546-B289-D6FC75AD5C3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F16726B-D699-4B55-B0C5-4A3436966FEC}" type="pres">
      <dgm:prSet presAssocID="{4A3E3EE8-4AFE-4546-B289-D6FC75AD5C37}" presName="iconSpace" presStyleCnt="0"/>
      <dgm:spPr/>
    </dgm:pt>
    <dgm:pt modelId="{6E7FFB64-2FD2-4268-A323-B670D86B2C51}" type="pres">
      <dgm:prSet presAssocID="{4A3E3EE8-4AFE-4546-B289-D6FC75AD5C37}" presName="parTx" presStyleLbl="revTx" presStyleIdx="2" presStyleCnt="4">
        <dgm:presLayoutVars>
          <dgm:chMax val="0"/>
          <dgm:chPref val="0"/>
        </dgm:presLayoutVars>
      </dgm:prSet>
      <dgm:spPr/>
    </dgm:pt>
    <dgm:pt modelId="{C822F538-F755-402C-A63E-DC8A394E3905}" type="pres">
      <dgm:prSet presAssocID="{4A3E3EE8-4AFE-4546-B289-D6FC75AD5C37}" presName="txSpace" presStyleCnt="0"/>
      <dgm:spPr/>
    </dgm:pt>
    <dgm:pt modelId="{801C4719-0C28-4349-94BF-E8F203979FFF}" type="pres">
      <dgm:prSet presAssocID="{4A3E3EE8-4AFE-4546-B289-D6FC75AD5C37}" presName="desTx" presStyleLbl="revTx" presStyleIdx="3" presStyleCnt="4" custLinFactNeighborX="16385" custLinFactNeighborY="7900">
        <dgm:presLayoutVars/>
      </dgm:prSet>
      <dgm:spPr/>
    </dgm:pt>
  </dgm:ptLst>
  <dgm:cxnLst>
    <dgm:cxn modelId="{EC660A0B-1516-410A-B18F-687ACEDA6EFC}" srcId="{E9B46EBD-339A-443D-8BDF-17C86C13E578}" destId="{C13D34B0-7621-467F-A2A4-3949602254BA}" srcOrd="0" destOrd="0" parTransId="{D4AA68B4-B5E6-425F-9AC5-19FBBABA8AA5}" sibTransId="{35332BBC-34E6-44F2-91BD-831BC5D45F9E}"/>
    <dgm:cxn modelId="{AE66221B-6582-4F4B-957C-97FC063572D0}" type="presOf" srcId="{97338497-89C7-4C57-A8A6-E1CDA79ABCA4}" destId="{C275B09A-FAA2-4386-9357-D4BA512B9D3B}" srcOrd="0" destOrd="0" presId="urn:microsoft.com/office/officeart/2018/5/layout/CenteredIconLabelDescriptionList"/>
    <dgm:cxn modelId="{BD258C34-CBB8-4FD8-9566-37961313099F}" srcId="{C13D34B0-7621-467F-A2A4-3949602254BA}" destId="{869342D6-97E0-4A57-81C7-0DBC9EF5B5EF}" srcOrd="1" destOrd="0" parTransId="{9D68E490-E156-48ED-9312-8DA72EC95652}" sibTransId="{09C2A732-3E67-491A-BD59-7CCE5F9935F7}"/>
    <dgm:cxn modelId="{F89C6F42-DE8D-41A7-BB92-36C89AD0C473}" type="presOf" srcId="{869342D6-97E0-4A57-81C7-0DBC9EF5B5EF}" destId="{C275B09A-FAA2-4386-9357-D4BA512B9D3B}" srcOrd="0" destOrd="1" presId="urn:microsoft.com/office/officeart/2018/5/layout/CenteredIconLabelDescriptionList"/>
    <dgm:cxn modelId="{5733ED67-C665-47BE-9763-44174C980C66}" type="presOf" srcId="{4A3E3EE8-4AFE-4546-B289-D6FC75AD5C37}" destId="{6E7FFB64-2FD2-4268-A323-B670D86B2C51}" srcOrd="0" destOrd="0" presId="urn:microsoft.com/office/officeart/2018/5/layout/CenteredIconLabelDescriptionList"/>
    <dgm:cxn modelId="{81B5006A-D527-4AC3-AA98-9BA9F4A62DE4}" srcId="{4A3E3EE8-4AFE-4546-B289-D6FC75AD5C37}" destId="{77ACCBB0-B6EF-4D4F-8054-EF8DC51B0808}" srcOrd="0" destOrd="0" parTransId="{69D2C544-65C8-422D-B5EB-03106F543134}" sibTransId="{04B37A36-2714-486D-9403-460F48227660}"/>
    <dgm:cxn modelId="{9903A96B-3D08-4C94-9D43-2B87D8B8AD71}" type="presOf" srcId="{E9B46EBD-339A-443D-8BDF-17C86C13E578}" destId="{00E91717-D564-4FEC-A924-AA65D3C887AC}" srcOrd="0" destOrd="0" presId="urn:microsoft.com/office/officeart/2018/5/layout/CenteredIconLabelDescriptionList"/>
    <dgm:cxn modelId="{AE58446F-4C30-405B-B355-2E63A12F9E3B}" type="presOf" srcId="{C13D34B0-7621-467F-A2A4-3949602254BA}" destId="{7307DA22-72BE-4E15-8B79-EED6F9BFDE74}" srcOrd="0" destOrd="0" presId="urn:microsoft.com/office/officeart/2018/5/layout/CenteredIconLabelDescriptionList"/>
    <dgm:cxn modelId="{7A387471-A785-408E-9A9A-92DBDB0E02C8}" type="presOf" srcId="{77ACCBB0-B6EF-4D4F-8054-EF8DC51B0808}" destId="{801C4719-0C28-4349-94BF-E8F203979FFF}" srcOrd="0" destOrd="0" presId="urn:microsoft.com/office/officeart/2018/5/layout/CenteredIconLabelDescriptionList"/>
    <dgm:cxn modelId="{03E74589-697A-4596-ABD5-631B98695E06}" srcId="{C13D34B0-7621-467F-A2A4-3949602254BA}" destId="{1EE7C622-40F7-4667-BFD5-35A4ED227BC1}" srcOrd="2" destOrd="0" parTransId="{DD0EA68C-C3BD-46EF-868E-6D2ABA4996F0}" sibTransId="{09AB53FD-0330-4493-ACFF-25BBD8888451}"/>
    <dgm:cxn modelId="{9951BB89-B8B0-4B3F-8811-3BFB0F7093AA}" srcId="{C13D34B0-7621-467F-A2A4-3949602254BA}" destId="{97338497-89C7-4C57-A8A6-E1CDA79ABCA4}" srcOrd="0" destOrd="0" parTransId="{685D7DC0-FAFC-4069-984E-5F636CBC5594}" sibTransId="{DFA93F21-BABE-4FC7-8AC8-325C43DDA1B1}"/>
    <dgm:cxn modelId="{B8671ABE-3103-40E1-95F2-79A8A1BE1893}" srcId="{4A3E3EE8-4AFE-4546-B289-D6FC75AD5C37}" destId="{2217BE79-1C3B-4A3A-8493-680B5E350C01}" srcOrd="1" destOrd="0" parTransId="{8C0BBC0E-E4F1-4FEB-836E-6630C8488C61}" sibTransId="{8DCFDDAB-2454-46DE-B8E0-DE25A3C51525}"/>
    <dgm:cxn modelId="{B6633AF1-5BF0-42DE-A072-ADAE937FBFE2}" type="presOf" srcId="{1EE7C622-40F7-4667-BFD5-35A4ED227BC1}" destId="{C275B09A-FAA2-4386-9357-D4BA512B9D3B}" srcOrd="0" destOrd="2" presId="urn:microsoft.com/office/officeart/2018/5/layout/CenteredIconLabelDescriptionList"/>
    <dgm:cxn modelId="{2FB4E1F7-7A6B-476F-9BB5-C616D92BA3A7}" srcId="{E9B46EBD-339A-443D-8BDF-17C86C13E578}" destId="{4A3E3EE8-4AFE-4546-B289-D6FC75AD5C37}" srcOrd="1" destOrd="0" parTransId="{E4BA1A4A-548C-43DE-9BD4-4BE5347C8777}" sibTransId="{08204895-26DA-4723-B8FF-C4925AB31D71}"/>
    <dgm:cxn modelId="{EB30ECFA-1F2C-4B68-9960-B87BC11BFFF9}" type="presOf" srcId="{2217BE79-1C3B-4A3A-8493-680B5E350C01}" destId="{801C4719-0C28-4349-94BF-E8F203979FFF}" srcOrd="0" destOrd="1" presId="urn:microsoft.com/office/officeart/2018/5/layout/CenteredIconLabelDescriptionList"/>
    <dgm:cxn modelId="{68AD664F-864F-4F4C-8851-0F96EE0FFDF9}" type="presParOf" srcId="{00E91717-D564-4FEC-A924-AA65D3C887AC}" destId="{0CD47FA8-1108-4E58-97F1-0137AAD5DF8A}" srcOrd="0" destOrd="0" presId="urn:microsoft.com/office/officeart/2018/5/layout/CenteredIconLabelDescriptionList"/>
    <dgm:cxn modelId="{A77775D8-09F2-4B2E-B261-A1DEF14F04AC}" type="presParOf" srcId="{0CD47FA8-1108-4E58-97F1-0137AAD5DF8A}" destId="{86FAAC6A-F80A-4516-AB59-50B210B0692D}" srcOrd="0" destOrd="0" presId="urn:microsoft.com/office/officeart/2018/5/layout/CenteredIconLabelDescriptionList"/>
    <dgm:cxn modelId="{3E01A35A-26AC-4D3F-AA25-3FA53DDDCF3A}" type="presParOf" srcId="{0CD47FA8-1108-4E58-97F1-0137AAD5DF8A}" destId="{FF8DFBB8-3304-40B6-9124-E7E0C6B15FD5}" srcOrd="1" destOrd="0" presId="urn:microsoft.com/office/officeart/2018/5/layout/CenteredIconLabelDescriptionList"/>
    <dgm:cxn modelId="{BCCA320D-0EA1-4D26-B1A6-9D344352BB6A}" type="presParOf" srcId="{0CD47FA8-1108-4E58-97F1-0137AAD5DF8A}" destId="{7307DA22-72BE-4E15-8B79-EED6F9BFDE74}" srcOrd="2" destOrd="0" presId="urn:microsoft.com/office/officeart/2018/5/layout/CenteredIconLabelDescriptionList"/>
    <dgm:cxn modelId="{1B4E53DC-D29C-445F-B9A2-E52CCD326D2A}" type="presParOf" srcId="{0CD47FA8-1108-4E58-97F1-0137AAD5DF8A}" destId="{3ECB8F4B-BE82-41D4-9EB5-FBB9D3C7BE2B}" srcOrd="3" destOrd="0" presId="urn:microsoft.com/office/officeart/2018/5/layout/CenteredIconLabelDescriptionList"/>
    <dgm:cxn modelId="{4A3EE2AF-B667-4F5C-BDD2-D040220DEA1A}" type="presParOf" srcId="{0CD47FA8-1108-4E58-97F1-0137AAD5DF8A}" destId="{C275B09A-FAA2-4386-9357-D4BA512B9D3B}" srcOrd="4" destOrd="0" presId="urn:microsoft.com/office/officeart/2018/5/layout/CenteredIconLabelDescriptionList"/>
    <dgm:cxn modelId="{6D77247E-3627-48F8-8C84-A138690CC23A}" type="presParOf" srcId="{00E91717-D564-4FEC-A924-AA65D3C887AC}" destId="{8119D9DB-947D-4F28-BF96-63EBD69F37C1}" srcOrd="1" destOrd="0" presId="urn:microsoft.com/office/officeart/2018/5/layout/CenteredIconLabelDescriptionList"/>
    <dgm:cxn modelId="{BC8F037F-0E6B-4309-88EF-5149EB9B7F91}" type="presParOf" srcId="{00E91717-D564-4FEC-A924-AA65D3C887AC}" destId="{1ADC5E0E-AF42-4589-8F94-130EDC4F054C}" srcOrd="2" destOrd="0" presId="urn:microsoft.com/office/officeart/2018/5/layout/CenteredIconLabelDescriptionList"/>
    <dgm:cxn modelId="{E01EEBCA-F454-4D64-8027-E6EB261E5A75}" type="presParOf" srcId="{1ADC5E0E-AF42-4589-8F94-130EDC4F054C}" destId="{B93B1ECB-5441-469C-B866-27224DC7D56B}" srcOrd="0" destOrd="0" presId="urn:microsoft.com/office/officeart/2018/5/layout/CenteredIconLabelDescriptionList"/>
    <dgm:cxn modelId="{0B8C4517-A810-4873-A763-23EAAEFFD973}" type="presParOf" srcId="{1ADC5E0E-AF42-4589-8F94-130EDC4F054C}" destId="{EF16726B-D699-4B55-B0C5-4A3436966FEC}" srcOrd="1" destOrd="0" presId="urn:microsoft.com/office/officeart/2018/5/layout/CenteredIconLabelDescriptionList"/>
    <dgm:cxn modelId="{F5FD76B8-4C26-4120-AF46-C07175D071C9}" type="presParOf" srcId="{1ADC5E0E-AF42-4589-8F94-130EDC4F054C}" destId="{6E7FFB64-2FD2-4268-A323-B670D86B2C51}" srcOrd="2" destOrd="0" presId="urn:microsoft.com/office/officeart/2018/5/layout/CenteredIconLabelDescriptionList"/>
    <dgm:cxn modelId="{4655CF6E-064C-4EAA-BE6E-34BD913BEEEF}" type="presParOf" srcId="{1ADC5E0E-AF42-4589-8F94-130EDC4F054C}" destId="{C822F538-F755-402C-A63E-DC8A394E3905}" srcOrd="3" destOrd="0" presId="urn:microsoft.com/office/officeart/2018/5/layout/CenteredIconLabelDescriptionList"/>
    <dgm:cxn modelId="{6FE32E18-6209-4880-A730-5CC0D3178AE7}" type="presParOf" srcId="{1ADC5E0E-AF42-4589-8F94-130EDC4F054C}" destId="{801C4719-0C28-4349-94BF-E8F203979FFF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CC5AAD-B79A-4371-8060-35331495CB78}">
      <dsp:nvSpPr>
        <dsp:cNvPr id="0" name=""/>
        <dsp:cNvSpPr/>
      </dsp:nvSpPr>
      <dsp:spPr>
        <a:xfrm>
          <a:off x="0" y="212597"/>
          <a:ext cx="6879517" cy="82133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Frontend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React, Vite, Tailwind CSS, Axios</a:t>
          </a:r>
        </a:p>
      </dsp:txBody>
      <dsp:txXfrm>
        <a:off x="40094" y="252691"/>
        <a:ext cx="6799329" cy="741151"/>
      </dsp:txXfrm>
    </dsp:sp>
    <dsp:sp modelId="{C8F8FBC1-3F69-4CFE-AEEB-2B13BF893652}">
      <dsp:nvSpPr>
        <dsp:cNvPr id="0" name=""/>
        <dsp:cNvSpPr/>
      </dsp:nvSpPr>
      <dsp:spPr>
        <a:xfrm>
          <a:off x="0" y="1332557"/>
          <a:ext cx="6879517" cy="821339"/>
        </a:xfrm>
        <a:prstGeom prst="roundRect">
          <a:avLst/>
        </a:prstGeom>
        <a:solidFill>
          <a:schemeClr val="accent4">
            <a:hueOff val="86532"/>
            <a:satOff val="19813"/>
            <a:lumOff val="-1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Backend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</a:t>
          </a:r>
          <a:r>
            <a:rPr lang="en-US" sz="1800" kern="1200" dirty="0" err="1"/>
            <a:t>FastAPI</a:t>
          </a:r>
          <a:r>
            <a:rPr lang="en-US" sz="1800" kern="1200" dirty="0"/>
            <a:t>, </a:t>
          </a:r>
          <a:r>
            <a:rPr lang="en-US" sz="1800" kern="1200" dirty="0" err="1"/>
            <a:t>Uvicorn</a:t>
          </a:r>
          <a:r>
            <a:rPr lang="en-US" sz="1800" kern="1200" dirty="0"/>
            <a:t>, Psycopg2, Python-Jose, Argon2-CFFI</a:t>
          </a:r>
        </a:p>
      </dsp:txBody>
      <dsp:txXfrm>
        <a:off x="40094" y="1372651"/>
        <a:ext cx="6799329" cy="741151"/>
      </dsp:txXfrm>
    </dsp:sp>
    <dsp:sp modelId="{20AF1845-AB7B-47BC-AC52-D79CFABC8AF1}">
      <dsp:nvSpPr>
        <dsp:cNvPr id="0" name=""/>
        <dsp:cNvSpPr/>
      </dsp:nvSpPr>
      <dsp:spPr>
        <a:xfrm>
          <a:off x="0" y="2579291"/>
          <a:ext cx="6879517" cy="821339"/>
        </a:xfrm>
        <a:prstGeom prst="roundRect">
          <a:avLst/>
        </a:prstGeom>
        <a:solidFill>
          <a:schemeClr val="accent4">
            <a:hueOff val="173064"/>
            <a:satOff val="39626"/>
            <a:lumOff val="-3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AI/ML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YOLO11n (</a:t>
          </a:r>
          <a:r>
            <a:rPr lang="en-US" sz="1800" kern="1200" dirty="0" err="1"/>
            <a:t>Ultralytics</a:t>
          </a:r>
          <a:r>
            <a:rPr lang="en-US" sz="1800" kern="1200" dirty="0"/>
            <a:t>), OpenCV, </a:t>
          </a:r>
          <a:r>
            <a:rPr lang="en-US" sz="1800" kern="1200" dirty="0" err="1"/>
            <a:t>Numpy</a:t>
          </a:r>
          <a:r>
            <a:rPr lang="en-US" sz="1800" kern="1200" dirty="0"/>
            <a:t>, </a:t>
          </a:r>
          <a:r>
            <a:rPr lang="en-US" sz="1800" kern="1200" dirty="0" err="1"/>
            <a:t>EasyOCR</a:t>
          </a:r>
          <a:endParaRPr lang="en-US" sz="1800" kern="1200" dirty="0"/>
        </a:p>
      </dsp:txBody>
      <dsp:txXfrm>
        <a:off x="40094" y="2619385"/>
        <a:ext cx="6799329" cy="741151"/>
      </dsp:txXfrm>
    </dsp:sp>
    <dsp:sp modelId="{5B72C255-1DBA-4E54-845E-64B3F076C042}">
      <dsp:nvSpPr>
        <dsp:cNvPr id="0" name=""/>
        <dsp:cNvSpPr/>
      </dsp:nvSpPr>
      <dsp:spPr>
        <a:xfrm>
          <a:off x="0" y="3894419"/>
          <a:ext cx="6879517" cy="821339"/>
        </a:xfrm>
        <a:prstGeom prst="roundRect">
          <a:avLst/>
        </a:prstGeom>
        <a:solidFill>
          <a:schemeClr val="accent4">
            <a:hueOff val="259597"/>
            <a:satOff val="59440"/>
            <a:lumOff val="-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Web Scraping &amp; Automation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	Beautifulsoup4, Requests, </a:t>
          </a:r>
          <a:r>
            <a:rPr lang="en-US" sz="1800" kern="1200" dirty="0" err="1"/>
            <a:t>APScheduler</a:t>
          </a:r>
          <a:r>
            <a:rPr lang="en-US" sz="1800" kern="1200" dirty="0"/>
            <a:t>, </a:t>
          </a:r>
          <a:r>
            <a:rPr lang="en-US" sz="1800" kern="1200" dirty="0" err="1"/>
            <a:t>Pytz</a:t>
          </a:r>
          <a:endParaRPr lang="en-US" sz="1800" kern="1200" dirty="0"/>
        </a:p>
      </dsp:txBody>
      <dsp:txXfrm>
        <a:off x="40094" y="3934513"/>
        <a:ext cx="6799329" cy="741151"/>
      </dsp:txXfrm>
    </dsp:sp>
    <dsp:sp modelId="{AF649B4C-7FAA-41C7-9759-E0E29E545D06}">
      <dsp:nvSpPr>
        <dsp:cNvPr id="0" name=""/>
        <dsp:cNvSpPr/>
      </dsp:nvSpPr>
      <dsp:spPr>
        <a:xfrm>
          <a:off x="0" y="5150344"/>
          <a:ext cx="6879517" cy="821339"/>
        </a:xfrm>
        <a:prstGeom prst="roundRect">
          <a:avLst/>
        </a:prstGeom>
        <a:solidFill>
          <a:schemeClr val="accent4">
            <a:hueOff val="346129"/>
            <a:satOff val="79253"/>
            <a:lumOff val="-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Database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Docker - PostgreSQL</a:t>
          </a:r>
        </a:p>
      </dsp:txBody>
      <dsp:txXfrm>
        <a:off x="40094" y="5190438"/>
        <a:ext cx="6799329" cy="741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AAC6A-F80A-4516-AB59-50B210B0692D}">
      <dsp:nvSpPr>
        <dsp:cNvPr id="0" name=""/>
        <dsp:cNvSpPr/>
      </dsp:nvSpPr>
      <dsp:spPr>
        <a:xfrm>
          <a:off x="2126339" y="734267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7DA22-72BE-4E15-8B79-EED6F9BFDE74}">
      <dsp:nvSpPr>
        <dsp:cNvPr id="0" name=""/>
        <dsp:cNvSpPr/>
      </dsp:nvSpPr>
      <dsp:spPr>
        <a:xfrm>
          <a:off x="722339" y="24165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Backend:</a:t>
          </a:r>
        </a:p>
      </dsp:txBody>
      <dsp:txXfrm>
        <a:off x="722339" y="2416558"/>
        <a:ext cx="4320000" cy="648000"/>
      </dsp:txXfrm>
    </dsp:sp>
    <dsp:sp modelId="{C275B09A-FAA2-4386-9357-D4BA512B9D3B}">
      <dsp:nvSpPr>
        <dsp:cNvPr id="0" name=""/>
        <dsp:cNvSpPr/>
      </dsp:nvSpPr>
      <dsp:spPr>
        <a:xfrm>
          <a:off x="1567158" y="3291336"/>
          <a:ext cx="4320000" cy="1550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Basic comparison logic.</a:t>
          </a:r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Support: 1 file upload &amp; processing.</a:t>
          </a:r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Missing: ORM &amp; MailChimp</a:t>
          </a:r>
        </a:p>
      </dsp:txBody>
      <dsp:txXfrm>
        <a:off x="1567158" y="3291336"/>
        <a:ext cx="4320000" cy="1550774"/>
      </dsp:txXfrm>
    </dsp:sp>
    <dsp:sp modelId="{B93B1ECB-5441-469C-B866-27224DC7D56B}">
      <dsp:nvSpPr>
        <dsp:cNvPr id="0" name=""/>
        <dsp:cNvSpPr/>
      </dsp:nvSpPr>
      <dsp:spPr>
        <a:xfrm>
          <a:off x="7202339" y="734267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7FFB64-2FD2-4268-A323-B670D86B2C51}">
      <dsp:nvSpPr>
        <dsp:cNvPr id="0" name=""/>
        <dsp:cNvSpPr/>
      </dsp:nvSpPr>
      <dsp:spPr>
        <a:xfrm>
          <a:off x="5798339" y="2416558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AI / ML:</a:t>
          </a:r>
        </a:p>
      </dsp:txBody>
      <dsp:txXfrm>
        <a:off x="5798339" y="2416558"/>
        <a:ext cx="4320000" cy="648000"/>
      </dsp:txXfrm>
    </dsp:sp>
    <dsp:sp modelId="{801C4719-0C28-4349-94BF-E8F203979FFF}">
      <dsp:nvSpPr>
        <dsp:cNvPr id="0" name=""/>
        <dsp:cNvSpPr/>
      </dsp:nvSpPr>
      <dsp:spPr>
        <a:xfrm>
          <a:off x="6506171" y="3266275"/>
          <a:ext cx="4320000" cy="1550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Train: perfect condition images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Eval: low</a:t>
          </a:r>
        </a:p>
      </dsp:txBody>
      <dsp:txXfrm>
        <a:off x="6506171" y="3266275"/>
        <a:ext cx="4320000" cy="1550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27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3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6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69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9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03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2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698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3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7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21-Nov-25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4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21-Nov-25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362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9" name="Rectangle 8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88464FC-BA67-4F51-9FF7-DBE25BC1B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7E03DB2-550B-4724-AED9-6CDD87912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6465A54-5573-484E-B100-DD573A200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3FE72B0-EFA3-4014-8CDC-1C287601B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F760997-975D-4B2C-8156-B7D50D003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B6F8662-B246-4822-9C58-17B716C15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34A646E-FE31-4A4B-8671-F7388A435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4C733733-B757-4917-8037-20B16E428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5A78D03B-F6D8-4A21-A4B8-5B61F420C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E4D19C5-78BE-416D-93DE-D9D3C66AF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2F885153-0E8D-4E9D-84C9-72B30A898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E6907E2-1D55-4C28-BFEB-D3DED31F9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3A6CF01-1EE4-4AED-917E-A399E29E8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3D3E530-D97C-46B7-807C-65B63CD05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C07659DC-F17B-46DE-AC6E-E17E8365AF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5EAA8CC2-E19B-4B07-BA97-B5C7B978D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29C9D14-88FE-4F59-9041-7FC5FD646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E061BF0-EF9F-44AF-A8CD-67A63ADAE9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7D26BEE-06B3-412E-B8E6-6DD4A15EB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92D99D3C-C411-4362-A855-0407BAB58B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1D83338-69DA-4BD2-9B7B-CF1BC2B69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2ADBF0E-FFEA-499B-A3EE-61D967143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AB1F6D47-BE03-40C8-93D7-3727C3452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8BB3A57-69CE-4A24-9F7D-4C04DDA62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586F159E-685A-4FE9-8883-D9C23B14E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FDB9DB7-21A5-4A0C-9F59-79571BAF64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3893421-FD38-4970-90EF-FBF4E7F7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15253162-5698-4B03-BAB7-2034949EE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73DA1941-59E5-4945-8CF8-FE50F0197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399BEA3-F0ED-4CE7-BE3D-FD9BF77727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0D1AE72F-67C2-48F4-BF50-DD80CF4AA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804CC83-E412-4E00-9849-9C2A12D58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Flowchart: Document 123">
            <a:extLst>
              <a:ext uri="{FF2B5EF4-FFF2-40B4-BE49-F238E27FC236}">
                <a16:creationId xmlns:a16="http://schemas.microsoft.com/office/drawing/2014/main" id="{32FE619E-19C4-42B9-AB51-CA7CBE37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995623"/>
          </a:xfrm>
          <a:prstGeom prst="flowChartDocumen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27D04C-FB59-FF3E-8503-07CC74490F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9269" r="1" b="16551"/>
          <a:stretch>
            <a:fillRect/>
          </a:stretch>
        </p:blipFill>
        <p:spPr>
          <a:xfrm>
            <a:off x="20" y="10"/>
            <a:ext cx="12185128" cy="3944686"/>
          </a:xfrm>
          <a:custGeom>
            <a:avLst/>
            <a:gdLst/>
            <a:ahLst/>
            <a:cxnLst/>
            <a:rect l="l" t="t" r="r" b="b"/>
            <a:pathLst>
              <a:path w="12185148" h="3944696">
                <a:moveTo>
                  <a:pt x="0" y="0"/>
                </a:moveTo>
                <a:lnTo>
                  <a:pt x="12185148" y="0"/>
                </a:lnTo>
                <a:lnTo>
                  <a:pt x="12185148" y="3204268"/>
                </a:lnTo>
                <a:cubicBezTo>
                  <a:pt x="6279648" y="3204268"/>
                  <a:pt x="6095102" y="4350040"/>
                  <a:pt x="547161" y="3790988"/>
                </a:cubicBezTo>
                <a:lnTo>
                  <a:pt x="0" y="373220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FCE6FF-2F0C-87EF-E3C6-F8DDCE915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691" y="1617331"/>
            <a:ext cx="10809844" cy="1874384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LOTTO -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FDBD0-DA81-8C0D-9DB2-9C538D371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7" y="4536953"/>
            <a:ext cx="7379062" cy="1633637"/>
          </a:xfrm>
        </p:spPr>
        <p:txBody>
          <a:bodyPr anchor="t">
            <a:normAutofit/>
          </a:bodyPr>
          <a:lstStyle/>
          <a:p>
            <a:r>
              <a:rPr lang="en-US" dirty="0"/>
              <a:t>Dương Tam </a:t>
            </a:r>
            <a:r>
              <a:rPr lang="en-US" dirty="0" err="1"/>
              <a:t>Lạc</a:t>
            </a:r>
            <a:r>
              <a:rPr lang="en-US" dirty="0"/>
              <a:t> – Intern</a:t>
            </a:r>
          </a:p>
          <a:p>
            <a:r>
              <a:rPr lang="en-US" dirty="0"/>
              <a:t>Cốc </a:t>
            </a:r>
            <a:r>
              <a:rPr lang="en-US" dirty="0" err="1"/>
              <a:t>Cốc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65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9" name="Rectangle 12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D431671-5191-4947-8899-E90505A704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77D2E98-ED65-4121-9DA5-6DBB831D0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A94A307-5B5D-4E42-95B3-064D5093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8CB3B32C-3BDA-4D41-9802-681B0599F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35BDBFD6-7C61-4520-8203-BAB1986C15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D4ABA4D7-9904-42C4-B0CD-B1CE2E0D3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B63F0D6-8747-4126-9359-B730EB21B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91CD660-F5B2-49AC-9EFC-CE94B843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A4BEB7EB-8E7F-4A4B-8581-73CE2003F2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B04FB70E-6820-4456-872A-937F52060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3598DD6-9887-4CF7-BAFE-F96E0324EB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A503E64-565F-465B-A25C-042C5706C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A140EE7B-5CA1-4DCB-8652-6E4D2147B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F85077BE-700D-4C44-AA4D-7CF4E8FD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B8B3FEB-D353-443D-A148-39156065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91FF5FBB-3BD8-46EB-BDF9-081B29A44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C2E11FD-78A4-4F5C-A419-F0237DCAD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F708EBE-3154-4FF4-8E8F-88A076208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7A99B5C-EB03-4D56-8DFE-B006D7081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FCBAFF0-9FB4-4160-B9BE-CCBE1D8B8C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26953D7-154A-49A4-B2E1-D94D365EC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836E3E12-5D96-48DB-8320-629428774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7A059482-79BA-4E80-80A2-36FD8408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4EF88B3-C210-433D-B20D-FE41B4D5F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53665D3E-61E7-4EDF-A208-56449D765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874CF3B0-C9C3-4683-94A3-DC0AE1E745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7BE90EF9-6DF5-47F4-A069-9F613C814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F844EBDE-5A9F-4E9F-8A55-57FB9E9797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491FC45-82C4-40CD-8D0C-0A2F86E8A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71AD0FE3-6144-4171-943E-0E65D08E8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A7BA4499-5E6A-4998-A0F4-614E6555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CAFE7A6F-A7F0-4406-809F-E23FCB20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DD7433-482E-A158-4F26-720FB749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4927425" cy="1938525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164" name="Right Triangle 163">
            <a:extLst>
              <a:ext uri="{FF2B5EF4-FFF2-40B4-BE49-F238E27FC236}">
                <a16:creationId xmlns:a16="http://schemas.microsoft.com/office/drawing/2014/main" id="{BEAC0A80-07D3-49CB-87C3-BC34F219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20640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C0FD6-1207-A14E-FCF6-D8F12DB1A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886116"/>
            <a:ext cx="4927425" cy="3245931"/>
          </a:xfrm>
        </p:spPr>
        <p:txBody>
          <a:bodyPr>
            <a:normAutofit/>
          </a:bodyPr>
          <a:lstStyle/>
          <a:p>
            <a:r>
              <a:rPr lang="en-US"/>
              <a:t>Tech Stacks</a:t>
            </a:r>
          </a:p>
          <a:p>
            <a:r>
              <a:rPr lang="en-US"/>
              <a:t>Data Flow</a:t>
            </a:r>
          </a:p>
          <a:p>
            <a:r>
              <a:rPr lang="en-US"/>
              <a:t>Achievements</a:t>
            </a:r>
          </a:p>
          <a:p>
            <a:r>
              <a:rPr lang="en-US"/>
              <a:t>Shortcomings</a:t>
            </a:r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6A61F3EE-E0C1-F968-11C2-2B2CCF6B7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36" r="15934" b="-2"/>
          <a:stretch>
            <a:fillRect/>
          </a:stretch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4814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ight Triangle 191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94" name="Rectangle 193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Vibrant multicolor checkered floor design">
            <a:extLst>
              <a:ext uri="{FF2B5EF4-FFF2-40B4-BE49-F238E27FC236}">
                <a16:creationId xmlns:a16="http://schemas.microsoft.com/office/drawing/2014/main" id="{DC445F91-7920-F59B-017F-4C38926446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44" b="3823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A1F22E2-9813-4EBC-A701-AAAA6ED15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7F8B7518-BB87-4DEF-913D-A2C5C7E89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7FA77DC-D6FA-4AF0-A95F-D85CBE0CE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B31CC20-67CB-426B-9FFC-86FBB5EA6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F16F19F-AFAD-4BB8-BADC-94042BA78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6A21872D-2D68-4EB1-A577-7F00EF355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7B199ACF-202D-4583-B640-4C058ED56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3BC0596-61D3-4355-A982-C094F43CB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F851CA5D-B2E2-4379-B91C-7B20CCE96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22794494-F766-402C-9809-2B7281C26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34BC5DD-5792-4415-B452-36FC7DB9D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12D5BC48-7901-4D5B-AD85-A6FCC73C2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7ABEFD0-8063-4DE5-9CA3-737A67750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AA24B3D-8D0A-479A-B1D0-06EF71D6F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8F56DE0E-53B5-4582-80B2-722B3BCF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25883FE8-A185-4697-8586-55EED58A5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8896C73-323B-4B40-8CA7-A60CB0C66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BEF23969-C27D-45AA-837C-C07705B0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C3FEA341-5A10-448E-A0F8-6D0718B85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61EE197-BD9A-4965-84E0-BB65569A7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6FCEBE5-19AB-4C9B-8AC6-78A104965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A0E1E700-F8E3-4452-95DE-C8B0FE50A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C295082-1371-47D6-A2AB-35BE9A7F2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1A10ADB-4739-4067-852F-DFA06CC8E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D406801A-B91F-4D65-8E7B-2273ADD21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662C9FE0-C4B7-41D4-B2F5-B9C177CCB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4B487A2F-0D93-4B96-A88E-A7C3050D6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94C9A55-5148-43BC-9F3C-1EA2B7BC5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8B2033D-57C6-4263-BCBC-4F717C962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41D041FE-8BBF-4472-9BA9-274FF791E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2F09DF04-1192-4720-BC8C-10F3AA1C4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24BB435-2932-44F7-AC2E-D5A16116E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445FE972-3FD1-42A0-917A-5FC226BB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A8685-441E-0B7B-8AC2-90FC8A26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4453656"/>
            <a:ext cx="10325635" cy="975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Tech Stacks</a:t>
            </a:r>
          </a:p>
        </p:txBody>
      </p:sp>
    </p:spTree>
    <p:extLst>
      <p:ext uri="{BB962C8B-B14F-4D97-AF65-F5344CB8AC3E}">
        <p14:creationId xmlns:p14="http://schemas.microsoft.com/office/powerpoint/2010/main" val="9035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5" name="Rectangle 214">
            <a:extLst>
              <a:ext uri="{FF2B5EF4-FFF2-40B4-BE49-F238E27FC236}">
                <a16:creationId xmlns:a16="http://schemas.microsoft.com/office/drawing/2014/main" id="{F14D45BF-E397-40C0-AFE3-A4149E60E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35F4CD44-7930-4EB8-9A74-8D2F9E636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F1268F0-44F7-4AC9-A3E6-9527C22F3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880B23C-29A4-4D11-8671-EE46FECE7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C2CF28E-44F6-4983-9729-A705B8709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1B11666B-80E2-4F7D-9613-17A65CBC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ABFAC7C-C1E8-4988-864D-3B05D3006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2EE5A4C-9245-46EB-B145-8FDFBE6E1A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7BFEDEDB-B657-4E62-9962-28BF54122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65EFAA5-5243-4FE8-819B-80D4995BB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CF92E633-809E-4E07-965A-F2F9EDCF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90DE1690-3F94-4C79-9357-6653BEEF1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529D5DF-1A9E-4690-B016-03FB1E72DC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E6F8E2D2-E88C-4F73-A660-D2B76298C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137BF3BB-FE7A-410E-AA57-73485A775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0EC5EB5-F6E1-441C-AB44-799A5DF1B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FD6F199F-9E76-4C7E-9DF6-20EE550DF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91704E7-976B-4FE0-9381-8EB7818E7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E75603A9-61D4-4172-AF77-7A7CE408A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73C1AA7-2357-41A1-A057-FA2D44DAD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70024205-8F58-4C8D-BE50-35E40091B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1737BEEA-3398-4C1B-AB48-E7173325C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E5EE29AB-4E85-418B-A6D3-3E7B40185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ADE2BEB-6A23-4DFC-9A4E-E44F3CA9FF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6ECE8D73-51C6-4818-8BD9-9202BBA0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EA7AA7F-CD9D-4820-B463-7B9CFEC8E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91618CA6-513B-458C-89C1-1FE15F1F4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5BACA43-902B-4444-95CB-5165D5483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78A07376-1103-43DD-A6D6-D7BAF6F00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FCEA8A1-BC0E-4221-B9E5-3D3C7BA2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955D27E5-DFE1-4EE8-B982-0A3922359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7FD07B27-85E5-4F3B-B432-CDBDC0F6E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4B78179E-DE7D-4A30-9BDC-05D7AE2176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ight Triangle 216">
            <a:extLst>
              <a:ext uri="{FF2B5EF4-FFF2-40B4-BE49-F238E27FC236}">
                <a16:creationId xmlns:a16="http://schemas.microsoft.com/office/drawing/2014/main" id="{07E3C0EF-2D2A-42BA-B4E2-76E2B1FC5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3" y="3153945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9" name="Content Placeholder 2">
            <a:extLst>
              <a:ext uri="{FF2B5EF4-FFF2-40B4-BE49-F238E27FC236}">
                <a16:creationId xmlns:a16="http://schemas.microsoft.com/office/drawing/2014/main" id="{989C53B4-6388-B5E3-46D6-5BF325D8C3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417039"/>
              </p:ext>
            </p:extLst>
          </p:nvPr>
        </p:nvGraphicFramePr>
        <p:xfrm>
          <a:off x="2644162" y="260111"/>
          <a:ext cx="6879517" cy="5973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037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33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Right Triangle 266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69" name="Rectangle 26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Computer 3D windows background">
            <a:extLst>
              <a:ext uri="{FF2B5EF4-FFF2-40B4-BE49-F238E27FC236}">
                <a16:creationId xmlns:a16="http://schemas.microsoft.com/office/drawing/2014/main" id="{14490E62-98BA-CB25-9187-90242A375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271" name="Group 270">
            <a:extLst>
              <a:ext uri="{FF2B5EF4-FFF2-40B4-BE49-F238E27FC236}">
                <a16:creationId xmlns:a16="http://schemas.microsoft.com/office/drawing/2014/main" id="{4A1F22E2-9813-4EBC-A701-AAAA6ED15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7F8B7518-BB87-4DEF-913D-A2C5C7E89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27FA77DC-D6FA-4AF0-A95F-D85CBE0CE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8B31CC20-67CB-426B-9FFC-86FBB5EA6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F16F19F-AFAD-4BB8-BADC-94042BA78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6A21872D-2D68-4EB1-A577-7F00EF355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7B199ACF-202D-4583-B640-4C058ED56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E3BC0596-61D3-4355-A982-C094F43CB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F851CA5D-B2E2-4379-B91C-7B20CCE96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22794494-F766-402C-9809-2B7281C26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034BC5DD-5792-4415-B452-36FC7DB9D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12D5BC48-7901-4D5B-AD85-A6FCC73C2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A7ABEFD0-8063-4DE5-9CA3-737A67750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CAA24B3D-8D0A-479A-B1D0-06EF71D6F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8F56DE0E-53B5-4582-80B2-722B3BCF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25883FE8-A185-4697-8586-55EED58A5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68896C73-323B-4B40-8CA7-A60CB0C66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BEF23969-C27D-45AA-837C-C07705B0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C3FEA341-5A10-448E-A0F8-6D0718B85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E61EE197-BD9A-4965-84E0-BB65569A7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F6FCEBE5-19AB-4C9B-8AC6-78A104965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A0E1E700-F8E3-4452-95DE-C8B0FE50A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5C295082-1371-47D6-A2AB-35BE9A7F2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1A10ADB-4739-4067-852F-DFA06CC8E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406801A-B91F-4D65-8E7B-2273ADD21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662C9FE0-C4B7-41D4-B2F5-B9C177CCB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4B487A2F-0D93-4B96-A88E-A7C3050D6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E94C9A55-5148-43BC-9F3C-1EA2B7BC5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38B2033D-57C6-4263-BCBC-4F717C962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41D041FE-8BBF-4472-9BA9-274FF791E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2F09DF04-1192-4720-BC8C-10F3AA1C4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D24BB435-2932-44F7-AC2E-D5A16116E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4" name="Freeform: Shape 303">
            <a:extLst>
              <a:ext uri="{FF2B5EF4-FFF2-40B4-BE49-F238E27FC236}">
                <a16:creationId xmlns:a16="http://schemas.microsoft.com/office/drawing/2014/main" id="{445FE972-3FD1-42A0-917A-5FC226BB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1ECEF-41F4-56DF-C31A-A2E5E974E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4453656"/>
            <a:ext cx="10325635" cy="975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Data Flow</a:t>
            </a:r>
          </a:p>
        </p:txBody>
      </p:sp>
    </p:spTree>
    <p:extLst>
      <p:ext uri="{BB962C8B-B14F-4D97-AF65-F5344CB8AC3E}">
        <p14:creationId xmlns:p14="http://schemas.microsoft.com/office/powerpoint/2010/main" val="345596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Right Triangle 79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D7DCF0-5A6A-BA01-B1F5-A15EBF3A8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723" y="170168"/>
            <a:ext cx="9814162" cy="6513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83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Right Triangle 191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94" name="Rectangle 193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EAD6D0-34BE-9A03-9F08-4D0C05B5B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196" name="Group 195">
            <a:extLst>
              <a:ext uri="{FF2B5EF4-FFF2-40B4-BE49-F238E27FC236}">
                <a16:creationId xmlns:a16="http://schemas.microsoft.com/office/drawing/2014/main" id="{4A1F22E2-9813-4EBC-A701-AAAA6ED15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7F8B7518-BB87-4DEF-913D-A2C5C7E89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7FA77DC-D6FA-4AF0-A95F-D85CBE0CE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8B31CC20-67CB-426B-9FFC-86FBB5EA6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F16F19F-AFAD-4BB8-BADC-94042BA78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6A21872D-2D68-4EB1-A577-7F00EF355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7B199ACF-202D-4583-B640-4C058ED56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3BC0596-61D3-4355-A982-C094F43CB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F851CA5D-B2E2-4379-B91C-7B20CCE96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22794494-F766-402C-9809-2B7281C26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34BC5DD-5792-4415-B452-36FC7DB9D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12D5BC48-7901-4D5B-AD85-A6FCC73C2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7ABEFD0-8063-4DE5-9CA3-737A67750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AA24B3D-8D0A-479A-B1D0-06EF71D6F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8F56DE0E-53B5-4582-80B2-722B3BCF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25883FE8-A185-4697-8586-55EED58A5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68896C73-323B-4B40-8CA7-A60CB0C66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BEF23969-C27D-45AA-837C-C07705B0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C3FEA341-5A10-448E-A0F8-6D0718B85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61EE197-BD9A-4965-84E0-BB65569A7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6FCEBE5-19AB-4C9B-8AC6-78A104965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A0E1E700-F8E3-4452-95DE-C8B0FE50A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C295082-1371-47D6-A2AB-35BE9A7F2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E1A10ADB-4739-4067-852F-DFA06CC8E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D406801A-B91F-4D65-8E7B-2273ADD21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662C9FE0-C4B7-41D4-B2F5-B9C177CCB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4B487A2F-0D93-4B96-A88E-A7C3050D6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94C9A55-5148-43BC-9F3C-1EA2B7BC5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8B2033D-57C6-4263-BCBC-4F717C962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41D041FE-8BBF-4472-9BA9-274FF791E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2F09DF04-1192-4720-BC8C-10F3AA1C4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24BB435-2932-44F7-AC2E-D5A16116E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445FE972-3FD1-42A0-917A-5FC226BB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60C25-E2FB-C286-E095-05863F788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4453656"/>
            <a:ext cx="10325635" cy="975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Achievements</a:t>
            </a:r>
          </a:p>
        </p:txBody>
      </p:sp>
    </p:spTree>
    <p:extLst>
      <p:ext uri="{BB962C8B-B14F-4D97-AF65-F5344CB8AC3E}">
        <p14:creationId xmlns:p14="http://schemas.microsoft.com/office/powerpoint/2010/main" val="1230442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738E9B1-90A2-40BD-A0F4-87F26F4D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C606F52-E764-495B-845B-DEB11226A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8088103-DEE8-411A-A4E4-6F4C1D83E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0C8959EA-C69F-42AC-8E32-ECB8B4950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8D81D739-9DD7-43FC-8E19-C05127E37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6F1D018-5105-44EF-A4D1-098DEB63F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E8208F5-827D-4DAB-9D4C-7264BE62F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E8EA79B-BDEA-42CE-BE09-39A01B127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E75A2DF-EDE4-4E77-BE95-EEF4C59AB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3906DFB-0739-4431-B65A-97523AB5B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6F2606E-29A4-4636-A81E-798A552C5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6F897EA-C9A9-4EB3-BC65-F7446EAFE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739496E-0BF8-40C7-845B-9AE701327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088E4F4-3D8F-4D87-8D4F-40BF011B6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7A69F1A1-5816-4416-A9F5-87978681D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117C4C1-CADA-4F09-9AF2-6B8C8D8C9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4E8180E-0D54-47BF-8E8B-5221B42AD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AECD2FE-009C-4029-9B00-7884465E6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858E68E-42A6-4A51-B4D5-33DB9ABF3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78D281A2-52B2-4873-9305-FCB308AD7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4FB3078-A466-4FFD-ABEF-C9A7574E1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CA1524F-1F21-4721-A86E-E85A5F1F9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0709EB5-FD9B-437B-A1F2-8F349D5DB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2EC2B2C-60AD-4659-B06F-8092836CD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27BC99E-9BB9-42A0-AAB7-A8A1EEA96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9A7D6B4-18DB-4681-986D-444AADDB1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A4624BA-1001-48B7-BC11-037D364FC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04EF434-B04C-4DCD-BC8F-D7916D263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82F9A28-9196-4D80-90EE-5C0F8C1F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58862482-841F-43A1-BC57-EFF29F16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088421A5-3C31-41EF-8AC3-BB5F23AC3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A5FE1E5-EDBF-4999-95A7-A4D1A20E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ight Triangle 85">
            <a:extLst>
              <a:ext uri="{FF2B5EF4-FFF2-40B4-BE49-F238E27FC236}">
                <a16:creationId xmlns:a16="http://schemas.microsoft.com/office/drawing/2014/main" id="{DE09DA9F-86A5-44E6-BA6F-EA76B7E6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0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5249E7-8D84-0C25-0730-CCFDCE9C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73" r="1" b="1"/>
          <a:stretch>
            <a:fillRect/>
          </a:stretch>
        </p:blipFill>
        <p:spPr>
          <a:xfrm>
            <a:off x="5478432" y="170172"/>
            <a:ext cx="6514826" cy="3255395"/>
          </a:xfrm>
          <a:prstGeom prst="rect">
            <a:avLst/>
          </a:prstGeom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C83E72-1622-64F8-0406-B1C939137D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7" b="3"/>
          <a:stretch>
            <a:fillRect/>
          </a:stretch>
        </p:blipFill>
        <p:spPr>
          <a:xfrm>
            <a:off x="5475266" y="3425544"/>
            <a:ext cx="6517994" cy="326228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2643638-37F6-47D2-65DB-6C167AA0AC0A}"/>
              </a:ext>
            </a:extLst>
          </p:cNvPr>
          <p:cNvSpPr txBox="1">
            <a:spLocks/>
          </p:cNvSpPr>
          <p:nvPr/>
        </p:nvSpPr>
        <p:spPr>
          <a:xfrm>
            <a:off x="1497395" y="2714179"/>
            <a:ext cx="3290629" cy="13803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Integrated Pipeline</a:t>
            </a:r>
          </a:p>
        </p:txBody>
      </p:sp>
    </p:spTree>
    <p:extLst>
      <p:ext uri="{BB962C8B-B14F-4D97-AF65-F5344CB8AC3E}">
        <p14:creationId xmlns:p14="http://schemas.microsoft.com/office/powerpoint/2010/main" val="4089277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ight Triangle 83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Right Triangle 120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D2F3B-5E32-B4E1-E426-5CABC20E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31" y="2315274"/>
            <a:ext cx="3930417" cy="168457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400" dirty="0"/>
              <a:t>Web Scrapping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CCE6D5-EB68-E96F-C2BD-6A101294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475" y="535628"/>
            <a:ext cx="7427766" cy="596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66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738E9B1-90A2-40BD-A0F4-87F26F4D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606F52-E764-495B-845B-DEB11226A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8088103-DEE8-411A-A4E4-6F4C1D83E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C8959EA-C69F-42AC-8E32-ECB8B4950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D81D739-9DD7-43FC-8E19-C05127E37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6F1D018-5105-44EF-A4D1-098DEB63F9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8208F5-827D-4DAB-9D4C-7264BE62F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E8EA79B-BDEA-42CE-BE09-39A01B127B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E75A2DF-EDE4-4E77-BE95-EEF4C59AB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3906DFB-0739-4431-B65A-97523AB5B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6F2606E-29A4-4636-A81E-798A552C5C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6F897EA-C9A9-4EB3-BC65-F7446EAFE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739496E-0BF8-40C7-845B-9AE701327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088E4F4-3D8F-4D87-8D4F-40BF011B6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A69F1A1-5816-4416-A9F5-87978681D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117C4C1-CADA-4F09-9AF2-6B8C8D8C91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E8180E-0D54-47BF-8E8B-5221B42AD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AECD2FE-009C-4029-9B00-7884465E60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858E68E-42A6-4A51-B4D5-33DB9ABF3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8D281A2-52B2-4873-9305-FCB308AD7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4FB3078-A466-4FFD-ABEF-C9A7574E1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CA1524F-1F21-4721-A86E-E85A5F1F9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0709EB5-FD9B-437B-A1F2-8F349D5DB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2EC2B2C-60AD-4659-B06F-8092836CD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27BC99E-9BB9-42A0-AAB7-A8A1EEA96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9A7D6B4-18DB-4681-986D-444AADDB1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A4624BA-1001-48B7-BC11-037D364FCA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04EF434-B04C-4DCD-BC8F-D7916D263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B82F9A28-9196-4D80-90EE-5C0F8C1F7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8862482-841F-43A1-BC57-EFF29F169F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88421A5-3C31-41EF-8AC3-BB5F23AC3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A5FE1E5-EDBF-4999-95A7-A4D1A20E64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0AF6D1-A685-327E-789A-7840A712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04" y="2175921"/>
            <a:ext cx="3947023" cy="142038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Automated Scraping</a:t>
            </a:r>
          </a:p>
        </p:txBody>
      </p:sp>
      <p:sp>
        <p:nvSpPr>
          <p:cNvPr id="55" name="Right Triangle 54">
            <a:extLst>
              <a:ext uri="{FF2B5EF4-FFF2-40B4-BE49-F238E27FC236}">
                <a16:creationId xmlns:a16="http://schemas.microsoft.com/office/drawing/2014/main" id="{DE09DA9F-86A5-44E6-BA6F-EA76B7E6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4142" y="206800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A4C6EC-1445-40AC-32D5-804202036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0" r="1" b="1"/>
          <a:stretch>
            <a:fillRect/>
          </a:stretch>
        </p:blipFill>
        <p:spPr>
          <a:xfrm>
            <a:off x="5115715" y="3504312"/>
            <a:ext cx="6894156" cy="3255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655B7B-0827-8F05-DA19-C353F3D8F6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3" r="14964" b="-1"/>
          <a:stretch>
            <a:fillRect/>
          </a:stretch>
        </p:blipFill>
        <p:spPr>
          <a:xfrm>
            <a:off x="5122945" y="115073"/>
            <a:ext cx="6867209" cy="326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87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Right Triangle 116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9" name="Rectangle 11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 descr="Close-up of intersecting railway tracks">
            <a:extLst>
              <a:ext uri="{FF2B5EF4-FFF2-40B4-BE49-F238E27FC236}">
                <a16:creationId xmlns:a16="http://schemas.microsoft.com/office/drawing/2014/main" id="{101DAF6D-E3BF-5C90-8F92-A100791343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A1F22E2-9813-4EBC-A701-AAAA6ED15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F8B7518-BB87-4DEF-913D-A2C5C7E89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7FA77DC-D6FA-4AF0-A95F-D85CBE0CE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B31CC20-67CB-426B-9FFC-86FBB5EA6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F16F19F-AFAD-4BB8-BADC-94042BA78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A21872D-2D68-4EB1-A577-7F00EF355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7B199ACF-202D-4583-B640-4C058ED56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3BC0596-61D3-4355-A982-C094F43CB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851CA5D-B2E2-4379-B91C-7B20CCE96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2794494-F766-402C-9809-2B7281C26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34BC5DD-5792-4415-B452-36FC7DB9D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2D5BC48-7901-4D5B-AD85-A6FCC73C2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7ABEFD0-8063-4DE5-9CA3-737A67750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AA24B3D-8D0A-479A-B1D0-06EF71D6F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F56DE0E-53B5-4582-80B2-722B3BCF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25883FE8-A185-4697-8586-55EED58A5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8896C73-323B-4B40-8CA7-A60CB0C66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EF23969-C27D-45AA-837C-C07705B0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3FEA341-5A10-448E-A0F8-6D0718B85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61EE197-BD9A-4965-84E0-BB65569A7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6FCEBE5-19AB-4C9B-8AC6-78A104965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A0E1E700-F8E3-4452-95DE-C8B0FE50A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C295082-1371-47D6-A2AB-35BE9A7F2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1A10ADB-4739-4067-852F-DFA06CC8EC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406801A-B91F-4D65-8E7B-2273ADD21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62C9FE0-C4B7-41D4-B2F5-B9C177CCBB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4B487A2F-0D93-4B96-A88E-A7C3050D6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E94C9A55-5148-43BC-9F3C-1EA2B7BC5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38B2033D-57C6-4263-BCBC-4F717C962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1D041FE-8BBF-4472-9BA9-274FF791E2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F09DF04-1192-4720-BC8C-10F3AA1C4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24BB435-2932-44F7-AC2E-D5A16116E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445FE972-3FD1-42A0-917A-5FC226BB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F5B5BF-B3A7-4553-CC27-1D94F0BFF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4453656"/>
            <a:ext cx="10325635" cy="9751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Shortcomings</a:t>
            </a:r>
          </a:p>
        </p:txBody>
      </p:sp>
    </p:spTree>
    <p:extLst>
      <p:ext uri="{BB962C8B-B14F-4D97-AF65-F5344CB8AC3E}">
        <p14:creationId xmlns:p14="http://schemas.microsoft.com/office/powerpoint/2010/main" val="1879349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663BDD8-36FC-48B0-8862-3B51BE4F7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7757FA-E22B-4C03-A927-1E4B4A58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A329A2-1D2A-4A62-A6AF-93B37310C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AAB6EEA-4329-4352-9BA3-1746A7111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DF1164F-7F9A-40C5-868D-082B3E0F1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DB572B4-ACB4-4026-BE9F-D3523A2C1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77DB227-A8B6-43DC-970A-925EED2E0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B6B9264-5A30-46E0-A2C1-636FB3D1B1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79B4D0-16B0-456E-8951-4042C78B2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3D00E3-B79B-41D6-9E66-07EC7E6C2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DD97DA3-F9CF-4985-A2BA-27DDD396C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472B34-25FF-41FB-BF22-42D29C83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6268AA-8DD1-4959-8136-0ECAAFD27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F744375-C310-46F7-AC26-C5A4BD827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08DB1-CFE5-4A9A-BCB2-C82F79C61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F10D3C0-7CBD-42BF-BC76-68A25F9730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DF561D-125D-4BA4-BEA8-D540A3EF8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96CE140-59C9-47C1-9BFD-E716943C4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2421D5-FB16-43BB-BD72-57B6D115C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94B4B66-3D8B-4D67-B68A-5EE98A61C3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1CE3395-ADDA-44B4-B550-87AF22E18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6A7375E-9A29-4790-AA05-FC4DCC1AE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E67518D-21C7-4CDB-9A75-248EEAB43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13A36F7-9692-46D1-AA17-3036EBF75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04FE3BA-02A8-46F8-8C46-213885DB4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C8B1E1C-C236-410A-A75B-B5FED48E2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FD8A655-CFAF-496E-82F7-4677B2100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B52CEB0-DF45-45EF-B19A-A15C1A17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16414C-77DA-4C7E-8E62-862EAA940E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C5789C5-251A-445C-8D17-18D36F8B5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BA0ACD3-25B4-4C98-B833-09426BA9CC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C2EAAE7-E646-4A26-BA0E-A130ECE6A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4E911F-A532-42C7-B083-1E5BA8D71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1DEA6A44-CD60-4DFD-802B-A4F4BFCB7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20162" y="-2883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437DAD-F293-0D43-068D-D83C89F35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3165126"/>
              </p:ext>
            </p:extLst>
          </p:nvPr>
        </p:nvGraphicFramePr>
        <p:xfrm>
          <a:off x="690562" y="711498"/>
          <a:ext cx="10840679" cy="54288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785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4" name="Picture 83" descr="Camera lens close up">
            <a:extLst>
              <a:ext uri="{FF2B5EF4-FFF2-40B4-BE49-F238E27FC236}">
                <a16:creationId xmlns:a16="http://schemas.microsoft.com/office/drawing/2014/main" id="{A091BAD4-337E-892A-B00A-7D7B1DF6D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85" name="Flowchart: Document 84">
            <a:extLst>
              <a:ext uri="{FF2B5EF4-FFF2-40B4-BE49-F238E27FC236}">
                <a16:creationId xmlns:a16="http://schemas.microsoft.com/office/drawing/2014/main" id="{D22FBD32-C88A-4C1D-BC76-613A93944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304804" y="304807"/>
            <a:ext cx="6858000" cy="6248391"/>
          </a:xfrm>
          <a:prstGeom prst="flowChartDocumen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CDC52-CD10-F93A-3780-5737A4E63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2"/>
            <a:ext cx="4225893" cy="307725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Demo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3499997-BC46-4896-AEA5-37EC629D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DA461E0-415F-4E8B-8B08-2C975693D3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D1EDD03-89DD-456E-BB53-FA43BE25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2A76E89-A44E-4207-8F8A-F853ED8A3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C81BA9D-E2BC-4AD2-B816-5DE100BC85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A155025-B3E7-46D2-B556-80A8E9083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AE4CEE-0410-46B5-B649-E3754C5394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86DDB39-DB80-43C8-A5AF-24AE5841B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F3BE8C2-40CB-46C0-9536-BA1C51AF92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E2D5D2E-1F38-48BC-B038-9DA190B87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289E300-BEF0-4977-919B-F3367CF87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12B4899-7298-454D-90B9-382ACAEAA8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86FBE75-F4D3-48DD-85D2-593D0C1B3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E586789-549A-4D87-8967-6DCD5DEDF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6293A2-B541-4BE7-8C99-1B730BB4DA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2938820-6D84-479D-B608-354903781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8EE07FC-6A61-4C78-BAF6-86E2FD543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C4E5A61-6E0E-44DD-B47E-9547F3A540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48B355A-1131-4815-881C-3949360FA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73D903E-5A72-42B5-B741-95081B06E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5769BB5-F1CF-4A57-A2E8-2ED9F9DDF0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E4F9ABF1-4E55-4D70-ACF2-DB7D62C7D4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FD75E62-63B6-4237-88D5-02A90DDFA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C6A41C83-58E2-4EE6-864C-DB7DE375A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1162541-E8F8-4926-91B8-AD9F51415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3E6FB3D-A8E2-4B96-B87B-EEEC499F8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0766009-515D-4494-BFF6-AC554CBCD0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4C1372F-2169-48C6-8AEB-411E8405B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73FA4F1-4239-4336-BB84-8E3BBCD7F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E90E0AA-C864-445E-AC17-96D1C90CB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D4D2F48-C2BF-4C1C-82B9-FEB42F3C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6BB855D-6213-4C07-A21A-F0250B89F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50820064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113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Grandview</vt:lpstr>
      <vt:lpstr>Wingdings</vt:lpstr>
      <vt:lpstr>CosineVTI</vt:lpstr>
      <vt:lpstr>LOTTO - AI</vt:lpstr>
      <vt:lpstr>Agenda</vt:lpstr>
      <vt:lpstr>Tech Stacks</vt:lpstr>
      <vt:lpstr>PowerPoint Presentation</vt:lpstr>
      <vt:lpstr>Data Flow</vt:lpstr>
      <vt:lpstr>PowerPoint Presentation</vt:lpstr>
      <vt:lpstr>Achievements</vt:lpstr>
      <vt:lpstr>PowerPoint Presentation</vt:lpstr>
      <vt:lpstr>Web Scrapping</vt:lpstr>
      <vt:lpstr>Automated Scraping</vt:lpstr>
      <vt:lpstr>Shortcomings</vt:lpstr>
      <vt:lpstr>PowerPoint Presentation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H. Duong</dc:creator>
  <cp:lastModifiedBy>William H. Duong</cp:lastModifiedBy>
  <cp:revision>1</cp:revision>
  <dcterms:created xsi:type="dcterms:W3CDTF">2025-11-21T02:54:45Z</dcterms:created>
  <dcterms:modified xsi:type="dcterms:W3CDTF">2025-11-21T09:21:25Z</dcterms:modified>
</cp:coreProperties>
</file>